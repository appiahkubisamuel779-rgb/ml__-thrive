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5" d="100"/>
          <a:sy n="65" d="100"/>
        </p:scale>
        <p:origin x="6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FA257-DA58-101F-BBCE-BB09D1B36D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AB0103-ECC0-096B-8FE8-EE1B294FF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222BF-6BE3-611F-0F61-203A1ABA7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FEA02-EAC0-46F8-9013-E5CC2152315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2FD5A-DDA8-D32C-143C-BD40E966D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DADE7-1C07-0C14-350C-CB931680B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6BF69-1B3E-497A-A19A-701B4024D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264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D1E57-415A-09D1-0115-1368B23A5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E0A7C-2993-C2DE-723A-7E2BF4704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60F06-99BD-B255-C536-3A304EFB5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FEA02-EAC0-46F8-9013-E5CC2152315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8B13B-94DD-9938-2749-8AABF08C9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8246A-E5BE-EB92-279B-6A16F4269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6BF69-1B3E-497A-A19A-701B4024D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678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492B2-9393-53AA-F30C-D2962A1D0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85B7E4-54F3-B8DF-1D91-C30694C53C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FE0AC-D3F6-8946-611B-D3D2FDB28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FEA02-EAC0-46F8-9013-E5CC2152315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3AD5E-8118-AB94-120F-5DFF843A8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9C392-2011-17AF-0E97-BFEEF8821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6BF69-1B3E-497A-A19A-701B4024D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834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6F55D-66C1-DC4A-0F04-B157D0344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4512B-F074-A04C-9B49-EFA330179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823082-A51C-6F0E-1B62-3F3F5CCE48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E8D4AD-CC12-AFFE-DD2F-7CD9C0B36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FEA02-EAC0-46F8-9013-E5CC2152315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FFBAB3-E1E2-3500-F99A-E9F169714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735B59-0302-09C5-5525-76765431D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6BF69-1B3E-497A-A19A-701B4024D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549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85806-695C-D906-176F-DB0C45022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5C4F99-A544-9883-2F9E-0D54BA659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6847B3-D1E9-9335-FAB3-61AF50EC4D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C45359-CC5F-2E17-0F96-D897A40AD9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167E2A-ACA4-3DD3-4F3D-47A97B70B2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996C92-C72A-CE31-1631-9FFF24757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FEA02-EAC0-46F8-9013-E5CC2152315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3631DB-3CA4-9C7F-88DE-72769BD0D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2E846E-7253-A81D-E438-067F4DF6F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6BF69-1B3E-497A-A19A-701B4024D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04212-EFCD-D05F-8F6B-9F6D5ABCB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0DFA9F-BBAA-7C30-19D9-EB4E3D955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FEA02-EAC0-46F8-9013-E5CC2152315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B75DEF-4B1C-18B4-F942-43D19FD93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90DD0E-6DA1-4F08-08BD-A52445CEF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6BF69-1B3E-497A-A19A-701B4024D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184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62B43C-448B-B5B8-88EE-45EA0CEEE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FEA02-EAC0-46F8-9013-E5CC2152315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5B4E64-5CEB-5020-69C6-147FC8911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82080-18B1-DB6C-7C9E-3E8C64D7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6BF69-1B3E-497A-A19A-701B4024D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249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05F6A-45F0-1BAE-0637-2D476862B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DA73B-9EBF-AFAE-4A7F-EED6CC6EB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58BAA5-6A28-1887-A1FA-3770AF19C7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FB3251-01B2-E2A9-4B58-5F9B4834D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FEA02-EAC0-46F8-9013-E5CC2152315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791D0-DD88-20D1-B7EB-C0EE5AC73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6BA260-9CEE-18ED-C2E1-7A7639C7E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6BF69-1B3E-497A-A19A-701B4024D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75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4FDA7-4FF0-59B7-C507-F3BB685E7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76136C-36D8-6AC9-103C-5B45E13293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E5A32C-7164-4142-9D87-9094B8858F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C3F42E-53E5-A2D1-723D-4112572B0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FEA02-EAC0-46F8-9013-E5CC2152315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B71902-B83A-CFC3-7EDA-81AF8A62B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6BA91-0A16-02AA-4382-BD867EF64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6BF69-1B3E-497A-A19A-701B4024D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927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D0CF0-21B3-D013-82FB-AAF2DE94C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4F9F6E-D560-6EE4-3B27-9020AD82F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F6EB6-4C03-2920-1190-2A6DFD859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FEA02-EAC0-46F8-9013-E5CC2152315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CCB63-4ECB-C09D-67DB-74B2FCD97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D43BF-EAA1-7038-E189-8FC55ABFF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6BF69-1B3E-497A-A19A-701B4024D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20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17719A-BA9C-06DB-1AB4-1C7CE34F9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A66B17-6895-4C1E-3A96-7779F2DCE6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F7ADD-412D-7160-ACF4-88F88FF7C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FEA02-EAC0-46F8-9013-E5CC2152315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27EE4-65E0-4209-89D7-BAF8F6444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04740-8C6B-26C2-FEFC-D98199090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6BF69-1B3E-497A-A19A-701B4024D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717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B47DF8-8A0D-9917-B89A-0C611BAAC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0B01C1-B6C8-D58B-6205-E4AB40BD5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1B51D-9C57-F666-D3A4-33380392FF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3FEA02-EAC0-46F8-9013-E5CC21523153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D421D-BD68-DB0A-5ABB-38BB3557B0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24AD6-C0C8-B382-172C-80FD7FC500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6BF69-1B3E-497A-A19A-701B4024D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940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8C372-A38A-A441-7803-A1E99171D9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1404" y="-114475"/>
            <a:ext cx="9144000" cy="972797"/>
          </a:xfrm>
        </p:spPr>
        <p:txBody>
          <a:bodyPr>
            <a:normAutofit/>
          </a:bodyPr>
          <a:lstStyle/>
          <a:p>
            <a:r>
              <a:rPr lang="en-US" sz="4800" b="1" u="sng" dirty="0">
                <a:latin typeface="+mn-lt"/>
              </a:rPr>
              <a:t>CLOSING REMARKS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2DF847-45DC-7F0E-0D1F-B70F1B7B5F63}"/>
              </a:ext>
            </a:extLst>
          </p:cNvPr>
          <p:cNvSpPr txBox="1"/>
          <p:nvPr/>
        </p:nvSpPr>
        <p:spPr>
          <a:xfrm>
            <a:off x="137627" y="1101825"/>
            <a:ext cx="988811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Thank you for joining the LABSTAG Academic Excellence Orientation Program!</a:t>
            </a:r>
          </a:p>
          <a:p>
            <a:br>
              <a:rPr lang="en-US" sz="2400" dirty="0"/>
            </a:br>
            <a:r>
              <a:rPr lang="en-US" sz="2400" dirty="0"/>
              <a:t>We hope today’s session inspires confidence and equips you with the essentials to succeed in your journey ahead.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915EF8-C831-AE46-B241-A9B14B85FDCB}"/>
              </a:ext>
            </a:extLst>
          </p:cNvPr>
          <p:cNvSpPr txBox="1"/>
          <p:nvPr/>
        </p:nvSpPr>
        <p:spPr>
          <a:xfrm>
            <a:off x="0" y="2906686"/>
            <a:ext cx="26778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1" dirty="0">
                <a:solidFill>
                  <a:srgbClr val="FF0000"/>
                </a:solidFill>
              </a:rPr>
              <a:t>Key Takeaways: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31B548-F543-59DE-9B71-211A21360C6E}"/>
              </a:ext>
            </a:extLst>
          </p:cNvPr>
          <p:cNvSpPr txBox="1"/>
          <p:nvPr/>
        </p:nvSpPr>
        <p:spPr>
          <a:xfrm>
            <a:off x="0" y="3456225"/>
            <a:ext cx="57173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seek mentorship</a:t>
            </a:r>
            <a:endParaRPr kumimoji="0" lang="en-US" altLang="en-US" sz="24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4685E9-D627-0831-14BE-6385781EFA68}"/>
              </a:ext>
            </a:extLst>
          </p:cNvPr>
          <p:cNvSpPr txBox="1"/>
          <p:nvPr/>
        </p:nvSpPr>
        <p:spPr>
          <a:xfrm>
            <a:off x="0" y="3955683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i="1" dirty="0">
                <a:latin typeface="Arial" panose="020B0604020202020204" pitchFamily="34" charset="0"/>
              </a:rPr>
              <a:t>Apply AI tools responsibly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F1005D-2AD1-E38C-1A25-1C041B6B84EC}"/>
              </a:ext>
            </a:extLst>
          </p:cNvPr>
          <p:cNvSpPr txBox="1"/>
          <p:nvPr/>
        </p:nvSpPr>
        <p:spPr>
          <a:xfrm>
            <a:off x="-1554" y="4567388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i="1" dirty="0">
                <a:latin typeface="Arial" panose="020B0604020202020204" pitchFamily="34" charset="0"/>
              </a:rPr>
              <a:t>Stay organized with your timetable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41CD36-9B34-77C3-33B8-A72A655D65BD}"/>
              </a:ext>
            </a:extLst>
          </p:cNvPr>
          <p:cNvSpPr txBox="1"/>
          <p:nvPr/>
        </p:nvSpPr>
        <p:spPr>
          <a:xfrm>
            <a:off x="-1554" y="5174977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hesitate to ask for help</a:t>
            </a:r>
            <a:endParaRPr lang="en-US" altLang="en-US" sz="2400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49B78F-3C4F-71C9-FD29-5FB9163BCBEF}"/>
              </a:ext>
            </a:extLst>
          </p:cNvPr>
          <p:cNvSpPr txBox="1"/>
          <p:nvPr/>
        </p:nvSpPr>
        <p:spPr>
          <a:xfrm>
            <a:off x="0" y="5674435"/>
            <a:ext cx="60975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Welcome aboard! We look forward to your growth and contributions as we achieve excellence together.</a:t>
            </a:r>
            <a:endParaRPr lang="en-US" altLang="en-US" sz="24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E1E5C9-F47C-BABB-3844-E17D8AE88C0C}"/>
              </a:ext>
            </a:extLst>
          </p:cNvPr>
          <p:cNvSpPr txBox="1"/>
          <p:nvPr/>
        </p:nvSpPr>
        <p:spPr>
          <a:xfrm>
            <a:off x="6928371" y="2996835"/>
            <a:ext cx="51854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📞 Contact &amp; Academic Support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04F623-4675-0E6A-B465-12323C11E693}"/>
              </a:ext>
            </a:extLst>
          </p:cNvPr>
          <p:cNvSpPr txBox="1"/>
          <p:nvPr/>
        </p:nvSpPr>
        <p:spPr>
          <a:xfrm>
            <a:off x="5962262" y="3805643"/>
            <a:ext cx="41801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Academic chair (Charles) </a:t>
            </a:r>
            <a:endParaRPr lang="en-US" sz="28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A090D7-4C8E-0827-8F83-47ABD6ABC8A5}"/>
              </a:ext>
            </a:extLst>
          </p:cNvPr>
          <p:cNvSpPr txBox="1"/>
          <p:nvPr/>
        </p:nvSpPr>
        <p:spPr>
          <a:xfrm>
            <a:off x="9753504" y="3823894"/>
            <a:ext cx="24265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0552157135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2FCBC03-5883-A1C6-5979-35504F9D196A}"/>
              </a:ext>
            </a:extLst>
          </p:cNvPr>
          <p:cNvSpPr txBox="1"/>
          <p:nvPr/>
        </p:nvSpPr>
        <p:spPr>
          <a:xfrm>
            <a:off x="5962262" y="4432244"/>
            <a:ext cx="37229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Deputy Academic chair  (Arafat) </a:t>
            </a:r>
            <a:endParaRPr lang="en-U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DFAFD9-161B-8F81-AC4F-4EB7013C665B}"/>
              </a:ext>
            </a:extLst>
          </p:cNvPr>
          <p:cNvSpPr txBox="1"/>
          <p:nvPr/>
        </p:nvSpPr>
        <p:spPr>
          <a:xfrm>
            <a:off x="9968010" y="4700695"/>
            <a:ext cx="24901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024 518 9608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58F367F-2CBD-6D7B-A77E-800819291A2A}"/>
              </a:ext>
            </a:extLst>
          </p:cNvPr>
          <p:cNvSpPr txBox="1"/>
          <p:nvPr/>
        </p:nvSpPr>
        <p:spPr>
          <a:xfrm>
            <a:off x="5962262" y="5466353"/>
            <a:ext cx="32491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Kingsman Agyekum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0F57718-7FBA-B838-8642-F2910579D104}"/>
              </a:ext>
            </a:extLst>
          </p:cNvPr>
          <p:cNvSpPr txBox="1"/>
          <p:nvPr/>
        </p:nvSpPr>
        <p:spPr>
          <a:xfrm>
            <a:off x="9730663" y="5522887"/>
            <a:ext cx="2224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024 181 2856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4669FE6-C40D-EDE7-9616-359076A37DDC}"/>
              </a:ext>
            </a:extLst>
          </p:cNvPr>
          <p:cNvSpPr txBox="1"/>
          <p:nvPr/>
        </p:nvSpPr>
        <p:spPr>
          <a:xfrm>
            <a:off x="5967608" y="6100590"/>
            <a:ext cx="28666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Roland Nimako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0EC5A4B-5F35-BC0D-D3B6-7D3300C4C307}"/>
              </a:ext>
            </a:extLst>
          </p:cNvPr>
          <p:cNvSpPr txBox="1"/>
          <p:nvPr/>
        </p:nvSpPr>
        <p:spPr>
          <a:xfrm>
            <a:off x="9595467" y="6298948"/>
            <a:ext cx="25845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025 766 7444</a:t>
            </a:r>
          </a:p>
        </p:txBody>
      </p:sp>
    </p:spTree>
    <p:extLst>
      <p:ext uri="{BB962C8B-B14F-4D97-AF65-F5344CB8AC3E}">
        <p14:creationId xmlns:p14="http://schemas.microsoft.com/office/powerpoint/2010/main" val="2468001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1" grpId="0"/>
      <p:bldP spid="13" grpId="0"/>
      <p:bldP spid="15" grpId="0"/>
      <p:bldP spid="17" grpId="0"/>
      <p:bldP spid="19" grpId="0"/>
      <p:bldP spid="21" grpId="0"/>
      <p:bldP spid="23" grpId="0"/>
      <p:bldP spid="25" grpId="0"/>
      <p:bldP spid="27" grpId="0"/>
      <p:bldP spid="29" grpId="0"/>
      <p:bldP spid="31" grpId="0"/>
      <p:bldP spid="33" grpId="0"/>
      <p:bldP spid="35" grpId="0"/>
      <p:bldP spid="3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101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CLOSING REMARKS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sammy</dc:creator>
  <cp:lastModifiedBy>sammy</cp:lastModifiedBy>
  <cp:revision>2</cp:revision>
  <dcterms:created xsi:type="dcterms:W3CDTF">2026-01-07T15:38:01Z</dcterms:created>
  <dcterms:modified xsi:type="dcterms:W3CDTF">2026-01-07T15:49:59Z</dcterms:modified>
</cp:coreProperties>
</file>